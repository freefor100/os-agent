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0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OS-Agent-D 工作流程剖析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D6E5"/>
                </a:solidFill>
                <a:latin typeface="微软雅黑"/>
              </a:defRPr>
            </a:pPr>
            <a:r>
              <a:t>解析 os_agent_d_describe.py 的自动化代码分析管线设计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第一部分：管线宏观视图与结构导读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系统管线划分为四大阶段：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一、基础设施构建 (阶段0/0.5)：包含 Git 代码同步、Repo Profile 特征画像、RAG 语义块向量化及全局路径记忆池。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二、工具链体系：基于 LSP (Language Server Protocol) 语义解析的底层探针系统。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三、Plan-Execute-Review 分析闭环：拆分 10 大核心专题，依据三重核心 Prompt 执行严格的推理与代码取证。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四、产物合成：Markdown 报告合成、首章表格矩阵生成及 Call Graph 逻辑图提取。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基础设施：阶段 0 环境沙盒化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隔离运行环境：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采用 `git clone` 将目标操作系统仓库提取至 `./repos/` 沙盒目录，保证多实例并发分析无干扰。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200" b="1">
                <a:solidFill>
                  <a:srgbClr val="2C3E50"/>
                </a:solidFill>
                <a:latin typeface="微软雅黑"/>
              </a:defRPr>
            </a:pPr>
            <a:r>
              <a:t>分析状态重置：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3C3C3C"/>
                </a:solidFill>
                <a:latin typeface="微软雅黑"/>
              </a:defRPr>
            </a:pPr>
            <a:r>
              <a:t>➤ 强制清理分析遗留数据，包括 Rust 的 target 目录、LSP 编译缓存数据库等，消除跨项目的环境污染。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基础设施：Repo Profile 静态特征扫描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静态启发式分析：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在 LLM 介入前，系统使用 Python 脚本执行全局静态扫描 (`build_repo_profile`)。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具体扫描指标：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构建系统探查：探测根目录中的 `Makefile`, `Cargo.toml`, `CMakeLists.txt`。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语言占比统计：计算 `.c`, `.h`, `.rs`, `.S` 文件分布，判定主实现语言。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硬件架构推断：扫描特定目录 (如 `arch/riscv`, `arch/arm`) 判断系统指令集架构。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实现作用：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输出 `repo_profile.json`，为后续 LLM 分析提供底层技术栈的硬先验上下文。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基础设施：阶段 0.5 RAG 向量化索引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语义检索架构：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① 语法感知切分 (Syntax-Aware Chunking)：不依赖代码行数截断，而是通过语法树边界 (如函数、结构体定义) 划分源码块，维持逻辑完整度。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② 向量化计算 (Embedding)：利用专用的代码表征模型（如 `jina-embeddings-v2`）将切分块映射至向量空间。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③ 向量存储与检索：在本地建立 Vector DB，供 Execute 阶段基于特征语义映射执行高召回率检索。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基础设施：跨阶段全局路径记忆池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跨模块耦合挑战：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操作系统各子系统存在底层代码耦合（如调度队列依赖内存结构）。若各阶段隔离，极易引发冗余代码搜索。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缓存池实现：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数据抽取：子阶段结束后，正则表达式提取已论证的核心源码路径（如 `kernel/mm.c:45`）。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队列维护：合并至全局路径池，并执行去重操作，上限保持 100 条热点代码索引。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上下文传递：在后续阶段的 Plan 环节，将路径池作为先验信息注入 Prompt，收敛 LLM 的搜索范围。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第二部分：代码静态分析工具横评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真实编译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Tree-sitter</a:t>
                      </a:r>
                    </a:p>
                    <a:p>
                      <a:r>
                        <a:t>(静态语法解析)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LSP 工具链</a:t>
                      </a:r>
                    </a:p>
                    <a:p>
                      <a:r>
                        <a:t>(OS-Agent D)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编译流水线深度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预处理 -&gt; 语法 -&gt; 语义 -&gt; IR代码 -&gt; 寄存器分配/汇编 -&gt; 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止步于 语法分析</a:t>
                      </a:r>
                    </a:p>
                    <a:p>
                      <a:r>
                        <a:t>(无法处理宏展开)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深入至 语义分析</a:t>
                      </a:r>
                    </a:p>
                    <a:p>
                      <a:r>
                        <a:t>(支持跨文件符号消解与类型推导)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函数调用准确率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容易产生误判</a:t>
                      </a:r>
                    </a:p>
                    <a:p>
                      <a:r>
                        <a:t>(纯文本正则匹配，无法区分同名函数、宏与指针)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高度精确</a:t>
                      </a:r>
                    </a:p>
                    <a:p>
                      <a:r>
                        <a:t>(基于语义分析处理宏替换与结构定义)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C3E50"/>
                          </a:solidFill>
                          <a:latin typeface="微软雅黑"/>
                        </a:defRPr>
                      </a:pPr>
                      <a:r>
                        <a:t>工程实施优劣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依赖交叉编译环境与 Makefile，在 OS 库中极易因依赖缺失而中断。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解析速度快且免配置，适合宏观特征提取。但分析深度不足。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C3C3C"/>
                          </a:solidFill>
                          <a:latin typeface="微软雅黑"/>
                        </a:defRPr>
                      </a:pPr>
                      <a:r>
                        <a:t>免除汇编环节的硬环境要求，保留语义级的代码追溯能力，符合静态分析需求。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核心探针系统：Tools 工具链与底层依赖机制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LSP 引擎的具体实现与核心依赖：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引擎绑定：C/C++ 项目挂载 `clangd` 进程；Rust 项目挂载 `rust-analyzer`。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核心基石：LSP 之所以能提供跨文件宏解析，必须依赖全局编译信息。系统需通过 `bear make` 等工具提取 `compile_commands.json`（或兜底构造 `compile_flags.txt`），为引擎注入包含路径 (-I) 与宏定义 (-D)。这是 LSP 能否正确消解符号的生死关键。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LSP 具体下发接口：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`lsp_get_definition` (符号定义解析)、`lsp_get_call_graph` (调用栈推理)、`lsp_get_references` (全局引用检索)。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兜底检索工具组：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`rag_search_code` (基于向量语义召回)、`grep_in_repo` (纯文本正则兜底扫描)。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文件 IO 工具组：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`list_repo_structure` (目录遍历)、`read_code_segment` (源码切片读取提取证据)。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第三部分：P-E-R 核心机制与 Prompt 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系统通过三层 Prompt 结构对大模型进行刚性约束：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[1] System Prompt (全局底座原则)：贯穿全流程，确立大模型作为“高级逆向工程专家”的身份。禁止臆测，要求所有的断言必须有工具输出的代码行号作为绝对支撑。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[2] Stage Prompt (章级约束与上下文)：在每个 P-E-R 模块运行时动态注入。它包含了该章节特定的聚焦任务要求、`repo_profile.json` 画像特征，以及从之前阶段继承的“全局路径记忆池”，用于裁剪当前的搜索空间。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[3] JSON-QA 题单配置：针对 02 至 09 章节的专门约束，强制模型将其探索到的代码证据与结论，严格填充进预定义的 JSON Schema 中，作为后续机器自动化评阅的基石。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分析管线：① Plan 阶段 (策略规划)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核心目的：探索方向，收敛范围，防止后续在海量代码中陷入盲目循环。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传递给 LLM 的输入 (What goes in)：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全局 System Prompt + 对应章节的 Stage Prompt (包含了启发式画像库 Repo Profile 与热点路径记忆池)。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模型在此阶段干了什么 (What it does)：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代理 (Planner) 在沙盒内自主调用底层工具执行轻量级检索探路。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它负责在茫茫代码中寻找真正的功能入口点，排除伪命题与干扰项，但不编写最终正文。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阶段性产出 (What comes out)：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形成一份锁死的 `execution_steps` (执行步骤清单契约)。要求后续环节必须按此确定的路径执行，彻底杜绝发散。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分析管线：② Execute 阶段 (深度取证与编写)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核心目的：顺藤摸瓜，拿到铁证代码，撰写最终的技术分析正文。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传递给 LLM 的输入 (What goes in)：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全局 System Prompt + Plan 阶段输出的 `execution_steps` 强制计划 + 本阶段特定的题单任务合并 (Human Message)。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模型在此阶段干了什么 (What it does)：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搭载契约进入 ReAct 闭环循环。按照 RAG -&gt; LSP -&gt; Grep 的优先级顺序，严格调动全套探针深层下钻。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坚守“无源码无结论”的铁律，自带 ErrorTracker 处理 LSP 编译崩溃后的退避与自愈。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阶段性产出 (What comes out)：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输出极富证据支撑的该章节 Markdown 总结文本。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(对于 02-09 章) 输出按强制格式填充好的 JSON-QA 原始数据体。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分析管线：③ Review 阶段 (可选的强校验)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核心目的：修补破损格式，将自然语言断言转化为三态机器逻辑。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并非所有章节都参与 Review：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第 01 章 (概览) 与 第 10 章 (历史) 仅生成综合性 Markdown 报告，不产出具体的题单判定，故跳过此阶段。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传递给 LLM 的输入 (What goes in)：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仅发送原始的 `describe_stage_qa` 题单模板，以及 Execute 阶段输出的未处理的 JSON 字符串（不再带入杂乱的工具摘录上下文，保持极度专注）。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模型与系统在此阶段干了什么与产出：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LLM 修正破损或非法结构的 JSON 闭合，将文本强行拉回到 `tri_state_impl` (implemented/stub/not_found) 的三态评估口径上。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随后 Python 控制流 (`coerce_answers_payload`) 接管验证，强制覆写遗漏的缺失字段。确保入库数据类型绝对安全。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结构化指标评价：全模块 JSON 题单配置库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1900" b="1">
                <a:solidFill>
                  <a:srgbClr val="2C3E50"/>
                </a:solidFill>
                <a:latin typeface="微软雅黑"/>
              </a:defRPr>
            </a:pPr>
            <a:r>
              <a:t>02-09 深度专题探测 (配置 JSON 题单，对齐教材核心维度)：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[02 启动] Trapframe 上下文数据结构、特权级切换控制流、系统调用入口。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[03 内存] 物理帧分配算法底座 (Buddy)、多级页表机制关联 (Sv39)、惰性分配。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[04 进程] PCB 数据模型、进程调度核心算法逻辑、Context Switch 保存策略。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[05 文件] VFS 抽象层系统调用对接、inode 生命周期、底层块设备驱动映射。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[06 同步] 自旋/互斥锁及关中断策略、核心进程间通信 (IPC) 结构。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[07 安全] User-Mode 执行边界保护、非法内存越界拦截响应逻辑。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[08 网络] 网卡收发包外部中断处理、协议栈分层设计结构 (TCP/UDP)。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[09 调试] Kernel Panic 全局流追踪、内存 Dump 落盘格式、Assert 断言机制。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1900" b="1">
                <a:solidFill>
                  <a:srgbClr val="2C3E50"/>
                </a:solidFill>
                <a:latin typeface="微软雅黑"/>
              </a:defRPr>
            </a:pPr>
            <a:r>
              <a:t>01与10 宏观统筹阶段 (无题单设计)：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[01 概览] 与 [10 历史] 的职责是对全局架构特征进行高维浓缩归纳，无法也不应拆解为死板的三态技术指标，故完全移除静态题单，交由宏观 Prompt 驱动全文。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第四部分：Overview 报告格式规范约束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格式契约化设计：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第一章负责输出全盘系统评估状态。为满足后续评测程序的自动解析需求，系统在 Prompt 层面部署硬性排版规范：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静态表格矩阵约束：要求强制输出 10 行定长宽的《子系统完成度矩阵》。禁止 LLM 依据各子系统实现规模而删减或扩写表格行。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降级标记限制：规定必须且只能使用特定的 4 级 Markdown 标题（“技术清单”、“关键实现”、“依赖”、“模块衔接”）。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字符串锚定：要求技术栈说明段落前缀文字需 100% 对齐预设模板（常量对齐）。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工程价值：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规避 LLM 生成长文本时带来的“排版随机性”，保障任意代码库产生的报告结构具备严格对齐特性。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全局架构可视化：Domain × Layer 拓扑大图生成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1900" b="1">
                <a:solidFill>
                  <a:srgbClr val="2C3E50"/>
                </a:solidFill>
                <a:latin typeface="微软雅黑"/>
              </a:defRPr>
            </a:pPr>
            <a:r>
              <a:t>底层算法执行链 (`callgraph_overview.py`)：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[1] 初筛建树：利用 Tree-sitter 基于语法树提取全仓所有的函数与调用流，生成基础有向图 (DiGraph)。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[2] PageRank 过滤：提取海量函数后，系统计算入度与出度，利用 PageRank 权重算法排出全局最重要的 Top-K 核心调度枢纽，剔除海量底层噪音。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[3] LSP 边细化：对过滤出的核心节点，唤醒 LSP 的 `callHierarchy` 重新修正跨文件依赖，消灭因同名宏与函数指针导致的误判伪连线。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1900" b="1">
                <a:solidFill>
                  <a:srgbClr val="2C3E50"/>
                </a:solidFill>
                <a:latin typeface="微软雅黑"/>
              </a:defRPr>
            </a:pPr>
            <a:r>
              <a:t>领域划分与动态 SVG 渲染：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二维矩阵聚类：调用 LLM 对核心函数进行批处理分类，纵轴为运行层级 (Userspace/Syscall/Kernel/Hardware)，横轴为功能域 (Trap/Mem/Sched 等)。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300">
                <a:solidFill>
                  <a:srgbClr val="3C3C3C"/>
                </a:solidFill>
                <a:latin typeface="微软雅黑"/>
              </a:defRPr>
            </a:pPr>
            <a:r>
              <a:t>➤ 动态 SVG 连线排版：提取连线逻辑，脚本自动根据行列节点密度动态计算、自适应调整表格的宽高比例，生成一张跨域节点连线清晰、具备色彩辨识度的高清 SVG 全景图，嵌入在评测报告首页。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架构前瞻：OS-Agent C 评测横评设计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基于 Agent D 数据的结构化对齐评估：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100" b="1">
                <a:solidFill>
                  <a:srgbClr val="2C3E50"/>
                </a:solidFill>
                <a:latin typeface="微软雅黑"/>
              </a:defRPr>
            </a:pPr>
            <a:r>
              <a:t>设计评测机制示例 (待落地的抽象评估模块)：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[内存管理模块] 核心比对：物理内存底座结构（如 OS-A Buddy vs OS-B Bitmap）；多级页表硬件寄存器配置差异（Sv39 vs Sv48）。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[进程调度模块] 核心比对：进程抽象模型（独立进程 vs 多线程共享机制）；时钟调度算法复杂度与实现方式（O(1) 优先级 vs CFS 公平调度）。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500">
                <a:solidFill>
                  <a:srgbClr val="3C3C3C"/>
                </a:solidFill>
                <a:latin typeface="微软雅黑"/>
              </a:defRPr>
            </a:pPr>
            <a:r>
              <a:t>➤ [文件系统模块] 核心比对：VFS 系统调用接口标准化程度；底层的 Inode 缓存映射逻辑差异。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架构前瞻：OS-Agent C 粗筛维度与人工反馈机制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免 LLM 的特征粗筛 (Coarse Filtering)：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在架构设计上，Agent C 首先利用轻量化脚本提取各模块的关键机制维度 (Key)，通过哈希比对两个 OS 的 JSON 产物。这保证了极高吞吐量与零算力消耗。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面临的同构框架挑战：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在早期的初步测试阶段，大量的学生级 OS 源于同一教学框架变体（如 rCore, ArceOS, uCore 等）。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若粗筛提取的维度不够细致，将导致“区分度过低”，无法判定这究竟是合理的架构修改还是高度同质化。</a:t>
            </a:r>
          </a:p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defRPr sz="2000" b="1">
                <a:solidFill>
                  <a:srgbClr val="2C3E50"/>
                </a:solidFill>
                <a:latin typeface="微软雅黑"/>
              </a:defRPr>
            </a:pPr>
            <a:r>
              <a:t>人工测试反馈与逆向重写闭环：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鉴于上述挑战，在 Agent C 粗筛测试运行过程中，测试人员主动通过观察评测结果来发现系统层面的鉴别盲区。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人工介入提炼更细粒度的鉴别特征，将这些深层次技术点（例如锁粒度差异、特殊任务队列）转化为新的 Key，并注入回 Agent D 的 `stage_qa.json` 题单。</a:t>
            </a:r>
          </a:p>
          <a:p>
            <a:pPr lvl="1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3C3C3C"/>
                </a:solidFill>
                <a:latin typeface="微软雅黑"/>
              </a:defRPr>
            </a:pPr>
            <a:r>
              <a:t>➤ 由此形成了“实测同构框架的区分度瓶颈，驱动人工精细化迭代底层题库”的技术进化闭环。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架构定调探讨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868" y="1899138"/>
            <a:ext cx="7315200" cy="264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0"/>
              </a:spcBef>
              <a:defRPr sz="2600" b="1">
                <a:solidFill>
                  <a:srgbClr val="C0392B"/>
                </a:solidFill>
                <a:latin typeface="微软雅黑"/>
              </a:defRPr>
            </a:pPr>
            <a:r>
              <a:rPr dirty="0" err="1"/>
              <a:t>关于</a:t>
            </a:r>
            <a:r>
              <a:rPr dirty="0"/>
              <a:t> OS-Agent </a:t>
            </a:r>
            <a:r>
              <a:rPr dirty="0" err="1"/>
              <a:t>C后续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  <a:br>
              <a:rPr dirty="0"/>
            </a:br>
            <a:r>
              <a:rPr dirty="0" err="1"/>
              <a:t>应侧重于操作系统的“架构横向评比设计</a:t>
            </a:r>
            <a:r>
              <a:rPr dirty="0"/>
              <a:t> (Comparison)”？</a:t>
            </a:r>
            <a:br>
              <a:rPr dirty="0"/>
            </a:br>
            <a:r>
              <a:rPr dirty="0" err="1"/>
              <a:t>还是倾向于微观源码维度的“抄袭判定鉴查</a:t>
            </a:r>
            <a:r>
              <a:rPr dirty="0"/>
              <a:t> (Plagiarism Detection)”？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1441</Words>
  <Application>Microsoft Office PowerPoint</Application>
  <PresentationFormat>全屏显示(4:3)</PresentationFormat>
  <Paragraphs>146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虚御风 凭</cp:lastModifiedBy>
  <cp:revision>2</cp:revision>
  <dcterms:created xsi:type="dcterms:W3CDTF">2013-01-27T09:14:16Z</dcterms:created>
  <dcterms:modified xsi:type="dcterms:W3CDTF">2026-04-22T07:50:23Z</dcterms:modified>
  <cp:category/>
</cp:coreProperties>
</file>